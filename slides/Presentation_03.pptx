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4af2a2b3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4af2a2b3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4af2a2b3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4af2a2b3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4af2a2b3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4af2a2b3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4af2a2b3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4af2a2b3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4af2a2b3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4af2a2b3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4af2a2b3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4af2a2b3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bilibili.com/video/BV1Rg411Q7yw/?spm_id_from=333.1387.homepage.video_card.click" TargetMode="External"/><Relationship Id="rId4" Type="http://schemas.openxmlformats.org/officeDocument/2006/relationships/hyperlink" Target="https://www.bilibili.com/video/BV1Kx4y1m7pz/?spm_id_from=333.337.search-card.all.click&amp;vd_source=f3d6bbd4730691bf606794c8fef3c75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s://summer-ospp.ac.cn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7475" y="168375"/>
            <a:ext cx="789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项目开发进度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375" y="607875"/>
            <a:ext cx="5401251" cy="318594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22575" y="4001600"/>
            <a:ext cx="8814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当前已完成内容：具体的技术路线安排、前后端初始框架搭建、教师侧的前端页面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两个重要的开源活动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5015250" y="3440050"/>
            <a:ext cx="36306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中科院软件研究所：开源之夏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（ospp）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50450" y="3440050"/>
            <a:ext cx="39960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Google：Googole Summer Of Code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（gsoc）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200" y="1995488"/>
            <a:ext cx="381952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967865"/>
            <a:ext cx="4059732" cy="120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28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gsoc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u="sng">
                <a:solidFill>
                  <a:schemeClr val="hlink"/>
                </a:solidFill>
                <a:hlinkClick r:id="rId3"/>
              </a:rPr>
              <a:t>https://www.bilibili.com/video/BV1Rg411Q7yw/?spm_id_from=333.1387.homepage.video_card.click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ospp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u="sng">
                <a:solidFill>
                  <a:schemeClr val="hlink"/>
                </a:solidFill>
                <a:hlinkClick r:id="rId4"/>
              </a:rPr>
              <a:t>https://www.bilibili.com/video/BV1Kx4y1m7pz/?spm_id_from=333.337.search-card.all.click&amp;vd_source=f3d6bbd4730691bf606794c8fef3c751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175" y="160550"/>
            <a:ext cx="3881899" cy="271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5795" y="1574125"/>
            <a:ext cx="4693876" cy="328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0275"/>
            <a:ext cx="8839198" cy="37629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2980950" y="4628250"/>
            <a:ext cx="31821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u="sng">
                <a:solidFill>
                  <a:schemeClr val="hlink"/>
                </a:solidFill>
                <a:hlinkClick r:id="rId4"/>
              </a:rPr>
              <a:t>https://summer-ospp.ac.cn/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1400"/>
            <a:ext cx="8839200" cy="91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58535"/>
            <a:ext cx="4587025" cy="147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050" y="3829650"/>
            <a:ext cx="3000025" cy="76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50075" y="3788424"/>
            <a:ext cx="3000025" cy="70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88500" y="3829625"/>
            <a:ext cx="2880575" cy="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39425" y="2145199"/>
            <a:ext cx="4139075" cy="10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080" y="0"/>
            <a:ext cx="2305445" cy="49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